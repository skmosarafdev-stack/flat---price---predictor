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AI-Based Flat Price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Machine Learning Project</a:t>
            </a:r>
          </a:p>
          <a:p>
            <a:pPr>
              <a:spcAft>
                <a:spcPts val="1200"/>
              </a:spcAft>
              <a:defRPr sz="1900"/>
            </a:pPr>
            <a:r>
              <a:t>Presented by: SK Mosaraf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Real-estate prices depend on multiple characteristics.</a:t>
            </a:r>
          </a:p>
          <a:p>
            <a:pPr>
              <a:spcAft>
                <a:spcPts val="1200"/>
              </a:spcAft>
              <a:defRPr sz="1900"/>
            </a:pPr>
            <a:r>
              <a:t>Machine Learning learns patterns from property data.</a:t>
            </a:r>
          </a:p>
          <a:p>
            <a:pPr>
              <a:spcAft>
                <a:spcPts val="1200"/>
              </a:spcAft>
              <a:defRPr sz="1900"/>
            </a:pPr>
            <a:r>
              <a:t>The system predicts an estimated selling price.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Predict flat selling price using area, facing, floor, parking and bedrooms.</a:t>
            </a:r>
          </a:p>
          <a:p>
            <a:pPr>
              <a:spcAft>
                <a:spcPts val="1200"/>
              </a:spcAft>
              <a:defRPr sz="1900"/>
            </a:pPr>
            <a:r>
              <a:t>Provide a simple web-based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100 flat records</a:t>
            </a:r>
          </a:p>
          <a:p>
            <a:pPr>
              <a:spcAft>
                <a:spcPts val="1200"/>
              </a:spcAft>
              <a:defRPr sz="1900"/>
            </a:pPr>
            <a:r>
              <a:t>Area, Facing, Floor, Parking, Bedrooms, Price</a:t>
            </a:r>
          </a:p>
          <a:p>
            <a:pPr>
              <a:spcAft>
                <a:spcPts val="1200"/>
              </a:spcAft>
              <a:defRPr sz="1900"/>
            </a:pPr>
            <a:r>
              <a:t>Synthetic academic/demo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Dataset → Preprocessing → Train/Test Split → One-Hot Encoding → Random Forest → Evaluation → Web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Random Forest Regression</a:t>
            </a:r>
          </a:p>
          <a:p>
            <a:pPr>
              <a:spcAft>
                <a:spcPts val="1200"/>
              </a:spcAft>
              <a:defRPr sz="1900"/>
            </a:pPr>
            <a:r>
              <a:t>300 trees; maximum depth 8; random_state 42</a:t>
            </a:r>
          </a:p>
          <a:p>
            <a:pPr>
              <a:spcAft>
                <a:spcPts val="1200"/>
              </a:spcAft>
              <a:defRPr sz="1900"/>
            </a:pPr>
            <a:r>
              <a:t>Suitable for non-linear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MAE=6.507</a:t>
            </a:r>
          </a:p>
          <a:p>
            <a:pPr>
              <a:spcAft>
                <a:spcPts val="1200"/>
              </a:spcAft>
              <a:defRPr sz="1900"/>
            </a:pPr>
            <a:r>
              <a:t>RMSE=7.752</a:t>
            </a:r>
          </a:p>
          <a:p>
            <a:pPr>
              <a:spcAft>
                <a:spcPts val="1200"/>
              </a:spcAft>
              <a:defRPr sz="1900"/>
            </a:pPr>
            <a:r>
              <a:t>R2=0.866</a:t>
            </a:r>
          </a:p>
          <a:p>
            <a:pPr>
              <a:spcAft>
                <a:spcPts val="1200"/>
              </a:spcAft>
              <a:defRPr sz="1900"/>
            </a:pPr>
            <a:r>
              <a:t>Test samples=20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Actual vs Predicted Prices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046720" cy="5747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Responsive Flask web interface</a:t>
            </a:r>
          </a:p>
          <a:p>
            <a:pPr>
              <a:spcAft>
                <a:spcPts val="1200"/>
              </a:spcAft>
              <a:defRPr sz="1900"/>
            </a:pPr>
            <a:r>
              <a:t>Inputs: area, facing, floor, parking and bedrooms</a:t>
            </a:r>
          </a:p>
          <a:p>
            <a:pPr>
              <a:spcAft>
                <a:spcPts val="1200"/>
              </a:spcAft>
              <a:defRPr sz="1900"/>
            </a:pPr>
            <a:r>
              <a:t>Output: estimated price in lakhs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User → HTML/CSS → Flask Backend → Trained ML Model → Prediction →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Advantages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Fast and simple estimation</a:t>
            </a:r>
          </a:p>
          <a:p>
            <a:pPr>
              <a:spcAft>
                <a:spcPts val="1200"/>
              </a:spcAft>
              <a:defRPr sz="1900"/>
            </a:pPr>
            <a:r>
              <a:t>Future: larger real dataset, location, amenities, property age and market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End-to-end AI/ML project</a:t>
            </a:r>
          </a:p>
          <a:p>
            <a:pPr>
              <a:spcAft>
                <a:spcPts val="1200"/>
              </a:spcAft>
              <a:defRPr sz="1900"/>
            </a:pPr>
            <a:r>
              <a:t>Combines data, model, evaluation and web deployment</a:t>
            </a:r>
          </a:p>
          <a:p>
            <a:pPr>
              <a:spcAft>
                <a:spcPts val="1200"/>
              </a:spcAft>
              <a:defRPr sz="1900"/>
            </a:pPr>
            <a:r>
              <a:t>Current dataset is for academic demonstration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